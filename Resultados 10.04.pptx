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8" r:id="rId7"/>
    <p:sldId id="263" r:id="rId8"/>
    <p:sldId id="264" r:id="rId9"/>
    <p:sldId id="266" r:id="rId10"/>
    <p:sldId id="267" r:id="rId11"/>
    <p:sldId id="259" r:id="rId12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1D2A"/>
    <a:srgbClr val="54B04A"/>
    <a:srgbClr val="487B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74"/>
    <p:restoredTop sz="94745"/>
  </p:normalViewPr>
  <p:slideViewPr>
    <p:cSldViewPr snapToGrid="0">
      <p:cViewPr>
        <p:scale>
          <a:sx n="137" d="100"/>
          <a:sy n="137" d="100"/>
        </p:scale>
        <p:origin x="-15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7657-E41D-E415-8327-2F5FD9904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01AB0-14EC-06B1-1845-6D22D368C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6D466-E3C2-2D5F-E0E3-39F9E5B5F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8D6FD-2E7F-9B97-7D50-6278BC8D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F5AAD-A051-5741-B881-0AA44B05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370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D19A-FD87-B77E-4BD9-CCF5E7FF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4C98D-706F-CB2D-8810-5BB751176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57A4A-5D3F-6D02-EB00-50427AA9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34267-5B80-AC1C-9DEF-0A7EED5F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89966-1AD4-8EC8-DB39-5A4EF085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751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F09A-C553-4485-B70E-146C3A6D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EEF68-0E24-5C2E-C67D-31C5703CE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B0F7E-34E5-46C4-B631-C575849F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3795-338B-CDC9-B060-B1ED2BB9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28B56-621F-ACE0-12B4-9C949BB9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3162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35F0-6D40-B523-E9B7-784D7E4A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CB134-3917-1684-0357-408B9DA48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1BD15-EBCB-85CF-0D9E-ED88B229A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A3D96-55CD-32B8-D221-AE4D821C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3E2DA-B4D2-752D-40A0-CEFB1488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39553-A3C4-95CE-1284-FC02A3C9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382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3A91-B666-7E5B-A957-BA3D2676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7B7AC-A8FE-5EC1-9E72-A938EB50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F1D91-750A-1CB8-1CFF-707EDEDE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33291-0194-CC53-AE2E-8ACFD1BCC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FA58A-C17E-DB5E-030F-8342FCE46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73C94-C0CA-4D7B-80B2-EFFEED1F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F583F-31A9-8E4A-B47E-50FB81A9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B3FE2-DDD6-8B70-5CBD-544A1E1A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944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A386-E956-D603-1A28-0F7E4F70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A96D4-478A-32CD-12A8-7C7024B3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07A3E-F417-BEC4-508A-5E50D76F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6B903-E7CF-2C92-9487-51CDE1CD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9202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686-D89E-3CCE-5FF8-8B75967C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1E394-E6D9-4FEA-D7A4-54CA33AF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C275C-2484-E2EA-A43B-36595073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159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E3CB-A5F4-57BA-4C52-D3784145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B9133-6381-8137-59C1-4EABCA05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6F058-CADF-B4C5-436C-639BFB8F7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3BEA-CF1A-F875-8F84-61F88229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23097-CBB5-7D75-07B5-023A7FDCC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66D4D-51D1-2133-C73D-67DB3389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880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49F0-3937-30CD-86ED-C2E45B9D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FD7C9-CF59-DCD8-6E38-485BC1C17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F1400-600B-AA81-E7E2-68CE8A992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A9348-6898-2C3F-8710-2C06847C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1AA97-4DDD-576F-DE88-9A83D3031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6CBBA-721D-A2D4-5D41-1CD5A86C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27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98DF-A1CF-C29C-C2B4-6C32FC75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315A7-4C0E-1297-6E34-07AA97D9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5FB62-F5C2-1321-9491-6212A531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BFE69-0793-B041-C64D-ED4C165C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B7CF2-E589-7366-1634-2FDF6DE4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886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C7A98-D7D3-13C6-0306-17B3C87B6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7149C-FC92-8034-2FB6-886CA079F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10AD-E098-2122-A24D-400A2098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773B6-70E6-30FE-E19A-7BDCA0A4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001D0-6A8C-8215-3BA1-48BBBEE3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2627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853D4F-F50F-3B76-82F0-5997A893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9591E-67BB-504A-32C6-017611287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9072B-864B-1FD6-3EA3-CA4467F87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FCDE-1F9C-BF47-8229-36923157361D}" type="datetimeFigureOut">
              <a:rPr lang="es-ES_tradnl" smtClean="0"/>
              <a:t>9/4/25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D4CD-2177-8193-B162-F373D68E2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A448-E61A-E32B-5377-932FD7037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05463-ED6F-D340-953C-CD42D4B4D94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464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06BD-DBB0-B42B-D57A-CDA648437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Resultados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7F955-ED43-83BF-73FB-FD4387691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_tradnl" dirty="0"/>
              <a:t>Abril 2025</a:t>
            </a:r>
          </a:p>
        </p:txBody>
      </p:sp>
    </p:spTree>
    <p:extLst>
      <p:ext uri="{BB962C8B-B14F-4D97-AF65-F5344CB8AC3E}">
        <p14:creationId xmlns:p14="http://schemas.microsoft.com/office/powerpoint/2010/main" val="4006629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D2D0E78-6909-9363-307F-86B5F533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2DAF-0790-30A9-8289-8370CA0E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46AFD5D-BBB2-03C4-21E3-4F2A67AE1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0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65BAA-83B1-70D7-44E7-443A53D6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aph of a graph of a number of data&#10;&#10;AI-generated content may be incorrect.">
            <a:extLst>
              <a:ext uri="{FF2B5EF4-FFF2-40B4-BE49-F238E27FC236}">
                <a16:creationId xmlns:a16="http://schemas.microsoft.com/office/drawing/2014/main" id="{D3776968-39D8-E3DB-0EC9-5ED0E0DF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5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A131-F932-3A1D-F108-904B76D2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E4ACBEE9-C9B2-B9B6-19F1-D820E193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D2B44D-B291-AED3-A726-27C14468F824}"/>
              </a:ext>
            </a:extLst>
          </p:cNvPr>
          <p:cNvSpPr txBox="1"/>
          <p:nvPr/>
        </p:nvSpPr>
        <p:spPr>
          <a:xfrm>
            <a:off x="5941951" y="188196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C24F9-FC53-17BD-224D-EC3D6C525685}"/>
              </a:ext>
            </a:extLst>
          </p:cNvPr>
          <p:cNvSpPr txBox="1"/>
          <p:nvPr/>
        </p:nvSpPr>
        <p:spPr>
          <a:xfrm>
            <a:off x="7091916" y="33623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B9FBC-C654-5929-75BC-E5B5AACE1B2E}"/>
              </a:ext>
            </a:extLst>
          </p:cNvPr>
          <p:cNvSpPr txBox="1"/>
          <p:nvPr/>
        </p:nvSpPr>
        <p:spPr>
          <a:xfrm>
            <a:off x="4210493" y="18606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28879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39D2-0A1C-F967-36C1-4AD04FE2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CB777AC-BE47-9D26-1D5A-0BD36F342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6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60347A10-0D36-4F49-D54C-2D10261CC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8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BB24-BEDE-B541-0B57-DA138B4C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89BE63BF-7B3A-16DC-5B40-3AB39FA73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6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2660B4AF-687A-B3CE-9FF1-46D3F8D83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35" y="0"/>
            <a:ext cx="5812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2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7D1E-CE46-6F5A-4886-D8FE6A82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map of the state of chile&#10;&#10;AI-generated content may be incorrect.">
            <a:extLst>
              <a:ext uri="{FF2B5EF4-FFF2-40B4-BE49-F238E27FC236}">
                <a16:creationId xmlns:a16="http://schemas.microsoft.com/office/drawing/2014/main" id="{579D6800-4592-7D7C-9311-999DCEDF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35" y="209345"/>
            <a:ext cx="8872330" cy="62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73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7767F-A819-DF3A-1E1A-C2DA4316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C48625-605F-3F51-DD35-4782D1187009}"/>
              </a:ext>
            </a:extLst>
          </p:cNvPr>
          <p:cNvSpPr txBox="1"/>
          <p:nvPr/>
        </p:nvSpPr>
        <p:spPr>
          <a:xfrm>
            <a:off x="96982" y="0"/>
            <a:ext cx="4641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Fuerza de interacción vs Variables respuesta 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1910AD34-2CCE-A102-521C-E1AFC8B9D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289" y="369332"/>
            <a:ext cx="6421422" cy="64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2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7408</TotalTime>
  <Words>12</Words>
  <Application>Microsoft Macintosh PowerPoint</Application>
  <PresentationFormat>Widescreen</PresentationFormat>
  <Paragraphs>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Resultados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Catalina Castillo</dc:creator>
  <cp:lastModifiedBy>Catalina Castillo</cp:lastModifiedBy>
  <cp:revision>2</cp:revision>
  <dcterms:created xsi:type="dcterms:W3CDTF">2025-04-09T17:12:12Z</dcterms:created>
  <dcterms:modified xsi:type="dcterms:W3CDTF">2025-04-14T20:41:10Z</dcterms:modified>
</cp:coreProperties>
</file>